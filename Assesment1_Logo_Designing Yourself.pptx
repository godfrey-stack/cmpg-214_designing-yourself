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</p:sldIdLst>
  <p:sldSz cx="19050000" cy="19050000"/>
  <p:notesSz cx="6858000" cy="9144000"/>
  <p:embeddedFontLst>
    <p:embeddedFont>
      <p:font typeface="TAN Twinkle" charset="1" panose="00000000000000000000"/>
      <p:regular r:id="rId7"/>
    </p:embeddedFont>
    <p:embeddedFont>
      <p:font typeface="TAN Pearl" charset="1" panose="00000000000000000000"/>
      <p:regular r:id="rId8"/>
    </p:embeddedFont>
    <p:embeddedFont>
      <p:font typeface="Montserrat" charset="1" panose="00000500000000000000"/>
      <p:regular r:id="rId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fonts/font7.fntdata" Type="http://schemas.openxmlformats.org/officeDocument/2006/relationships/font"/><Relationship Id="rId8" Target="fonts/font8.fntdata" Type="http://schemas.openxmlformats.org/officeDocument/2006/relationships/font"/><Relationship Id="rId9" Target="fonts/font9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991070" y="5337344"/>
            <a:ext cx="10149208" cy="5089476"/>
            <a:chOff x="0" y="0"/>
            <a:chExt cx="13532278" cy="6785968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2709391" y="-438150"/>
              <a:ext cx="4239271" cy="516447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2577"/>
                </a:lnSpc>
              </a:pPr>
              <a:r>
                <a:rPr lang="en-US" sz="23269">
                  <a:solidFill>
                    <a:srgbClr val="000000"/>
                  </a:solidFill>
                  <a:latin typeface="TAN Twinkle"/>
                  <a:ea typeface="TAN Twinkle"/>
                  <a:cs typeface="TAN Twinkle"/>
                  <a:sym typeface="TAN Twinkle"/>
                </a:rPr>
                <a:t>O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4236649" y="228639"/>
              <a:ext cx="4665276" cy="59076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5850"/>
                </a:lnSpc>
              </a:pPr>
              <a:r>
                <a:rPr lang="en-US" sz="25607">
                  <a:solidFill>
                    <a:srgbClr val="000000"/>
                  </a:solidFill>
                  <a:latin typeface="TAN Pearl"/>
                  <a:ea typeface="TAN Pearl"/>
                  <a:cs typeface="TAN Pearl"/>
                  <a:sym typeface="TAN Pearl"/>
                </a:rPr>
                <a:t>M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6145788"/>
              <a:ext cx="13532278" cy="64018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881"/>
                </a:lnSpc>
              </a:pPr>
              <a:r>
                <a:rPr lang="en-US" sz="3234" spc="196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OREFILE MOKOENA</a:t>
              </a:r>
            </a:p>
          </p:txBody>
        </p:sp>
        <p:sp>
          <p:nvSpPr>
            <p:cNvPr name="AutoShape 6" id="6"/>
            <p:cNvSpPr/>
            <p:nvPr/>
          </p:nvSpPr>
          <p:spPr>
            <a:xfrm>
              <a:off x="1896462" y="5027993"/>
              <a:ext cx="3054516" cy="0"/>
            </a:xfrm>
            <a:prstGeom prst="line">
              <a:avLst/>
            </a:prstGeom>
            <a:ln cap="flat" w="36125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7" id="7"/>
            <p:cNvSpPr/>
            <p:nvPr/>
          </p:nvSpPr>
          <p:spPr>
            <a:xfrm>
              <a:off x="8746336" y="5011750"/>
              <a:ext cx="3054516" cy="0"/>
            </a:xfrm>
            <a:prstGeom prst="line">
              <a:avLst/>
            </a:prstGeom>
            <a:ln cap="flat" w="36125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DAHDKiKaq1k</dc:identifier>
  <dcterms:modified xsi:type="dcterms:W3CDTF">2011-08-01T06:04:30Z</dcterms:modified>
  <cp:revision>1</cp:revision>
  <dc:title>D</dc:title>
</cp:coreProperties>
</file>