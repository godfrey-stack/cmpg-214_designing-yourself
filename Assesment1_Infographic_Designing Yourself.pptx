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556000" cy="75565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anva Sans" panose="020B0604020202020204" charset="0"/>
      <p:regular r:id="rId7"/>
    </p:embeddedFont>
    <p:embeddedFont>
      <p:font typeface="Montserrat" panose="00000500000000000000" pitchFamily="2" charset="0"/>
      <p:regular r:id="rId8"/>
    </p:embeddedFont>
    <p:embeddedFont>
      <p:font typeface="Pattanakarn Bold" panose="020B0604020202020204" charset="-34"/>
      <p:regular r:id="rId9"/>
    </p:embeddedFont>
    <p:embeddedFont>
      <p:font typeface="TAN Pearl" panose="020B0604020202020204" charset="0"/>
      <p:regular r:id="rId10"/>
    </p:embeddedFont>
    <p:embeddedFont>
      <p:font typeface="TAN Twinkl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2068" y="-1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hyperlink" Target="https://github.com/Godfrey-stack/CMPG-214_Designing-Yourself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124">
                <a:alpha val="100000"/>
              </a:srgbClr>
            </a:gs>
            <a:gs pos="100000">
              <a:srgbClr val="0B1D8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868" y="-509992"/>
            <a:ext cx="3232264" cy="3132694"/>
          </a:xfrm>
          <a:custGeom>
            <a:avLst/>
            <a:gdLst/>
            <a:ahLst/>
            <a:cxnLst/>
            <a:rect l="l" t="t" r="r" b="b"/>
            <a:pathLst>
              <a:path w="3232264" h="3132694">
                <a:moveTo>
                  <a:pt x="0" y="0"/>
                </a:moveTo>
                <a:lnTo>
                  <a:pt x="3232264" y="0"/>
                </a:lnTo>
                <a:lnTo>
                  <a:pt x="3232264" y="3132694"/>
                </a:lnTo>
                <a:lnTo>
                  <a:pt x="0" y="3132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t="-18869" b="-188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4398" y="78032"/>
            <a:ext cx="2140666" cy="1366931"/>
          </a:xfrm>
          <a:custGeom>
            <a:avLst/>
            <a:gdLst/>
            <a:ahLst/>
            <a:cxnLst/>
            <a:rect l="l" t="t" r="r" b="b"/>
            <a:pathLst>
              <a:path w="2140666" h="1366931">
                <a:moveTo>
                  <a:pt x="0" y="0"/>
                </a:moveTo>
                <a:lnTo>
                  <a:pt x="2140666" y="0"/>
                </a:lnTo>
                <a:lnTo>
                  <a:pt x="2140666" y="1366932"/>
                </a:lnTo>
                <a:lnTo>
                  <a:pt x="0" y="1366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076" y="5951738"/>
            <a:ext cx="1692517" cy="1159430"/>
          </a:xfrm>
          <a:custGeom>
            <a:avLst/>
            <a:gdLst/>
            <a:ahLst/>
            <a:cxnLst/>
            <a:rect l="l" t="t" r="r" b="b"/>
            <a:pathLst>
              <a:path w="1692517" h="1159430">
                <a:moveTo>
                  <a:pt x="0" y="0"/>
                </a:moveTo>
                <a:lnTo>
                  <a:pt x="1692517" y="0"/>
                </a:lnTo>
                <a:lnTo>
                  <a:pt x="1692517" y="1159430"/>
                </a:lnTo>
                <a:lnTo>
                  <a:pt x="0" y="1159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2493749" y="1977601"/>
            <a:ext cx="952680" cy="1043666"/>
          </a:xfrm>
          <a:custGeom>
            <a:avLst/>
            <a:gdLst/>
            <a:ahLst/>
            <a:cxnLst/>
            <a:rect l="l" t="t" r="r" b="b"/>
            <a:pathLst>
              <a:path w="952680" h="1043666">
                <a:moveTo>
                  <a:pt x="952680" y="0"/>
                </a:moveTo>
                <a:lnTo>
                  <a:pt x="0" y="0"/>
                </a:lnTo>
                <a:lnTo>
                  <a:pt x="0" y="1043666"/>
                </a:lnTo>
                <a:lnTo>
                  <a:pt x="952680" y="1043666"/>
                </a:lnTo>
                <a:lnTo>
                  <a:pt x="95268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00170" y="6912687"/>
            <a:ext cx="806122" cy="689827"/>
          </a:xfrm>
          <a:custGeom>
            <a:avLst/>
            <a:gdLst/>
            <a:ahLst/>
            <a:cxnLst/>
            <a:rect l="l" t="t" r="r" b="b"/>
            <a:pathLst>
              <a:path w="806122" h="689827">
                <a:moveTo>
                  <a:pt x="0" y="0"/>
                </a:moveTo>
                <a:lnTo>
                  <a:pt x="806123" y="0"/>
                </a:lnTo>
                <a:lnTo>
                  <a:pt x="806123" y="689826"/>
                </a:lnTo>
                <a:lnTo>
                  <a:pt x="0" y="68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63855" flipH="1">
            <a:off x="94035" y="6882884"/>
            <a:ext cx="724553" cy="784776"/>
          </a:xfrm>
          <a:custGeom>
            <a:avLst/>
            <a:gdLst/>
            <a:ahLst/>
            <a:cxnLst/>
            <a:rect l="l" t="t" r="r" b="b"/>
            <a:pathLst>
              <a:path w="724553" h="784776">
                <a:moveTo>
                  <a:pt x="724553" y="0"/>
                </a:moveTo>
                <a:lnTo>
                  <a:pt x="0" y="0"/>
                </a:lnTo>
                <a:lnTo>
                  <a:pt x="0" y="784776"/>
                </a:lnTo>
                <a:lnTo>
                  <a:pt x="724553" y="784776"/>
                </a:lnTo>
                <a:lnTo>
                  <a:pt x="724553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1200" y="1853338"/>
            <a:ext cx="183519" cy="186762"/>
          </a:xfrm>
          <a:custGeom>
            <a:avLst/>
            <a:gdLst/>
            <a:ahLst/>
            <a:cxnLst/>
            <a:rect l="l" t="t" r="r" b="b"/>
            <a:pathLst>
              <a:path w="183519" h="186762">
                <a:moveTo>
                  <a:pt x="0" y="0"/>
                </a:moveTo>
                <a:lnTo>
                  <a:pt x="183519" y="0"/>
                </a:lnTo>
                <a:lnTo>
                  <a:pt x="183519" y="186761"/>
                </a:lnTo>
                <a:lnTo>
                  <a:pt x="0" y="186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6411" y="2730875"/>
            <a:ext cx="183519" cy="186762"/>
          </a:xfrm>
          <a:custGeom>
            <a:avLst/>
            <a:gdLst/>
            <a:ahLst/>
            <a:cxnLst/>
            <a:rect l="l" t="t" r="r" b="b"/>
            <a:pathLst>
              <a:path w="183519" h="186762">
                <a:moveTo>
                  <a:pt x="0" y="0"/>
                </a:moveTo>
                <a:lnTo>
                  <a:pt x="183520" y="0"/>
                </a:lnTo>
                <a:lnTo>
                  <a:pt x="183520" y="186761"/>
                </a:lnTo>
                <a:lnTo>
                  <a:pt x="0" y="186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94708" y="3815455"/>
            <a:ext cx="183519" cy="186762"/>
          </a:xfrm>
          <a:custGeom>
            <a:avLst/>
            <a:gdLst/>
            <a:ahLst/>
            <a:cxnLst/>
            <a:rect l="l" t="t" r="r" b="b"/>
            <a:pathLst>
              <a:path w="183519" h="186762">
                <a:moveTo>
                  <a:pt x="0" y="0"/>
                </a:moveTo>
                <a:lnTo>
                  <a:pt x="183519" y="0"/>
                </a:lnTo>
                <a:lnTo>
                  <a:pt x="183519" y="186762"/>
                </a:lnTo>
                <a:lnTo>
                  <a:pt x="0" y="18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7503" y="5481600"/>
            <a:ext cx="741666" cy="567107"/>
          </a:xfrm>
          <a:custGeom>
            <a:avLst/>
            <a:gdLst/>
            <a:ahLst/>
            <a:cxnLst/>
            <a:rect l="l" t="t" r="r" b="b"/>
            <a:pathLst>
              <a:path w="741666" h="567107">
                <a:moveTo>
                  <a:pt x="0" y="0"/>
                </a:moveTo>
                <a:lnTo>
                  <a:pt x="741666" y="0"/>
                </a:lnTo>
                <a:lnTo>
                  <a:pt x="741666" y="567107"/>
                </a:lnTo>
                <a:lnTo>
                  <a:pt x="0" y="567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8611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2204" y="3850313"/>
            <a:ext cx="1209600" cy="1591579"/>
          </a:xfrm>
          <a:custGeom>
            <a:avLst/>
            <a:gdLst/>
            <a:ahLst/>
            <a:cxnLst/>
            <a:rect l="l" t="t" r="r" b="b"/>
            <a:pathLst>
              <a:path w="1209600" h="1591579">
                <a:moveTo>
                  <a:pt x="0" y="0"/>
                </a:moveTo>
                <a:lnTo>
                  <a:pt x="1209600" y="0"/>
                </a:lnTo>
                <a:lnTo>
                  <a:pt x="1209600" y="1591579"/>
                </a:lnTo>
                <a:lnTo>
                  <a:pt x="0" y="1591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61804" y="7190548"/>
            <a:ext cx="640393" cy="651707"/>
          </a:xfrm>
          <a:custGeom>
            <a:avLst/>
            <a:gdLst/>
            <a:ahLst/>
            <a:cxnLst/>
            <a:rect l="l" t="t" r="r" b="b"/>
            <a:pathLst>
              <a:path w="640393" h="651707">
                <a:moveTo>
                  <a:pt x="0" y="0"/>
                </a:moveTo>
                <a:lnTo>
                  <a:pt x="640392" y="0"/>
                </a:lnTo>
                <a:lnTo>
                  <a:pt x="640392" y="651708"/>
                </a:lnTo>
                <a:lnTo>
                  <a:pt x="0" y="651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8695" y="6534905"/>
            <a:ext cx="2146611" cy="18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3"/>
              </a:lnSpc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2337216" y="4449411"/>
            <a:ext cx="1003734" cy="584577"/>
          </a:xfrm>
          <a:custGeom>
            <a:avLst/>
            <a:gdLst/>
            <a:ahLst/>
            <a:cxnLst/>
            <a:rect l="l" t="t" r="r" b="b"/>
            <a:pathLst>
              <a:path w="1003734" h="584577">
                <a:moveTo>
                  <a:pt x="0" y="0"/>
                </a:moveTo>
                <a:lnTo>
                  <a:pt x="1003734" y="0"/>
                </a:lnTo>
                <a:lnTo>
                  <a:pt x="1003734" y="584577"/>
                </a:lnTo>
                <a:lnTo>
                  <a:pt x="0" y="58457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84924" y="3377402"/>
            <a:ext cx="2798644" cy="748001"/>
          </a:xfrm>
          <a:custGeom>
            <a:avLst/>
            <a:gdLst/>
            <a:ahLst/>
            <a:cxnLst/>
            <a:rect l="l" t="t" r="r" b="b"/>
            <a:pathLst>
              <a:path w="2798644" h="748001">
                <a:moveTo>
                  <a:pt x="0" y="0"/>
                </a:moveTo>
                <a:lnTo>
                  <a:pt x="2798644" y="0"/>
                </a:lnTo>
                <a:lnTo>
                  <a:pt x="2798644" y="748001"/>
                </a:lnTo>
                <a:lnTo>
                  <a:pt x="0" y="7480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21200" y="5395483"/>
            <a:ext cx="352132" cy="363364"/>
          </a:xfrm>
          <a:custGeom>
            <a:avLst/>
            <a:gdLst/>
            <a:ahLst/>
            <a:cxnLst/>
            <a:rect l="l" t="t" r="r" b="b"/>
            <a:pathLst>
              <a:path w="352132" h="363364">
                <a:moveTo>
                  <a:pt x="0" y="0"/>
                </a:moveTo>
                <a:lnTo>
                  <a:pt x="352132" y="0"/>
                </a:lnTo>
                <a:lnTo>
                  <a:pt x="352132" y="363363"/>
                </a:lnTo>
                <a:lnTo>
                  <a:pt x="0" y="3633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75542" y="2701081"/>
            <a:ext cx="1320344" cy="828475"/>
            <a:chOff x="0" y="0"/>
            <a:chExt cx="1760459" cy="110463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9050"/>
              <a:ext cx="1276063" cy="405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54"/>
                </a:lnSpc>
                <a:spcBef>
                  <a:spcPct val="0"/>
                </a:spcBef>
              </a:pPr>
              <a:r>
                <a:rPr lang="en-US" sz="1143" b="1">
                  <a:solidFill>
                    <a:srgbClr val="00B3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W</a:t>
              </a:r>
              <a:r>
                <a:rPr lang="en-US" sz="1143" b="1" u="none" strike="noStrike">
                  <a:solidFill>
                    <a:srgbClr val="00B3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hat I Care About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8" y="482436"/>
              <a:ext cx="1752871" cy="622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4"/>
                </a:lnSpc>
                <a:spcBef>
                  <a:spcPct val="0"/>
                </a:spcBef>
              </a:pPr>
              <a:r>
                <a:rPr lang="en-US" sz="532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Family plays a major role in shaping who I am and motivates many of my goals. I care about trust, discipline, and building a future through consistent effort and personal growth.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29402" y="3770452"/>
            <a:ext cx="1834598" cy="29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4"/>
              </a:lnSpc>
              <a:spcBef>
                <a:spcPct val="0"/>
              </a:spcBef>
            </a:pPr>
            <a:r>
              <a:rPr lang="en-US" sz="1143" b="1">
                <a:solidFill>
                  <a:srgbClr val="00B3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WHAT I AM WORKING TOWARDS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885640" y="3049842"/>
            <a:ext cx="2798644" cy="748001"/>
          </a:xfrm>
          <a:custGeom>
            <a:avLst/>
            <a:gdLst/>
            <a:ahLst/>
            <a:cxnLst/>
            <a:rect l="l" t="t" r="r" b="b"/>
            <a:pathLst>
              <a:path w="2798644" h="748001">
                <a:moveTo>
                  <a:pt x="2798643" y="0"/>
                </a:moveTo>
                <a:lnTo>
                  <a:pt x="0" y="0"/>
                </a:lnTo>
                <a:lnTo>
                  <a:pt x="0" y="748001"/>
                </a:lnTo>
                <a:lnTo>
                  <a:pt x="2798643" y="748001"/>
                </a:lnTo>
                <a:lnTo>
                  <a:pt x="279864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687454" y="199192"/>
            <a:ext cx="447081" cy="410719"/>
          </a:xfrm>
          <a:custGeom>
            <a:avLst/>
            <a:gdLst/>
            <a:ahLst/>
            <a:cxnLst/>
            <a:rect l="l" t="t" r="r" b="b"/>
            <a:pathLst>
              <a:path w="447081" h="410719">
                <a:moveTo>
                  <a:pt x="0" y="0"/>
                </a:moveTo>
                <a:lnTo>
                  <a:pt x="447081" y="0"/>
                </a:lnTo>
                <a:lnTo>
                  <a:pt x="447081" y="410719"/>
                </a:lnTo>
                <a:lnTo>
                  <a:pt x="0" y="4107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82322" y="1239604"/>
            <a:ext cx="447081" cy="410719"/>
          </a:xfrm>
          <a:custGeom>
            <a:avLst/>
            <a:gdLst/>
            <a:ahLst/>
            <a:cxnLst/>
            <a:rect l="l" t="t" r="r" b="b"/>
            <a:pathLst>
              <a:path w="447081" h="410719">
                <a:moveTo>
                  <a:pt x="0" y="0"/>
                </a:moveTo>
                <a:lnTo>
                  <a:pt x="447080" y="0"/>
                </a:lnTo>
                <a:lnTo>
                  <a:pt x="447080" y="410719"/>
                </a:lnTo>
                <a:lnTo>
                  <a:pt x="0" y="4107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97503" y="5920137"/>
            <a:ext cx="580467" cy="507650"/>
          </a:xfrm>
          <a:custGeom>
            <a:avLst/>
            <a:gdLst/>
            <a:ahLst/>
            <a:cxnLst/>
            <a:rect l="l" t="t" r="r" b="b"/>
            <a:pathLst>
              <a:path w="580467" h="507650">
                <a:moveTo>
                  <a:pt x="0" y="0"/>
                </a:moveTo>
                <a:lnTo>
                  <a:pt x="580467" y="0"/>
                </a:lnTo>
                <a:lnTo>
                  <a:pt x="580467" y="507651"/>
                </a:lnTo>
                <a:lnTo>
                  <a:pt x="0" y="50765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98203" y="273994"/>
            <a:ext cx="1573056" cy="99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</a:pPr>
            <a:r>
              <a:rPr lang="en-US" sz="1523" b="1">
                <a:solidFill>
                  <a:srgbClr val="00B3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Orefile Mokoena</a:t>
            </a:r>
          </a:p>
          <a:p>
            <a:pPr algn="ctr">
              <a:lnSpc>
                <a:spcPts val="1538"/>
              </a:lnSpc>
            </a:pPr>
            <a:r>
              <a:rPr lang="en-US" sz="1523" b="1">
                <a:solidFill>
                  <a:srgbClr val="00B3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55881254</a:t>
            </a:r>
          </a:p>
          <a:p>
            <a:pPr algn="ctr">
              <a:lnSpc>
                <a:spcPts val="1538"/>
              </a:lnSpc>
            </a:pPr>
            <a:r>
              <a:rPr lang="en-US" sz="1523" b="1">
                <a:solidFill>
                  <a:srgbClr val="00B3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WEB DEVELOPER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4160" y="1805453"/>
            <a:ext cx="1209600" cy="15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4"/>
              </a:lnSpc>
              <a:spcBef>
                <a:spcPct val="0"/>
              </a:spcBef>
            </a:pPr>
            <a:r>
              <a:rPr lang="en-US" sz="1143" b="1" u="none" strike="noStrike">
                <a:solidFill>
                  <a:srgbClr val="00B3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Identity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612" y="1976206"/>
            <a:ext cx="1668383" cy="5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"/>
              </a:lnSpc>
              <a:spcBef>
                <a:spcPct val="0"/>
              </a:spcBef>
            </a:pPr>
            <a:r>
              <a:rPr lang="en-US" sz="5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 am a hardworking and disciplined individual who believes in responsibility, persistence, and continuous improvement. I value leadership and accountability, and I approach challenges with determination and a strong work ethic.</a:t>
            </a:r>
          </a:p>
          <a:p>
            <a:pPr algn="l">
              <a:lnSpc>
                <a:spcPts val="744"/>
              </a:lnSpc>
              <a:spcBef>
                <a:spcPct val="0"/>
              </a:spcBef>
            </a:pPr>
            <a:endParaRPr lang="en-US" sz="532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77700" y="4085320"/>
            <a:ext cx="1668729" cy="46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"/>
              </a:lnSpc>
              <a:spcBef>
                <a:spcPct val="0"/>
              </a:spcBef>
            </a:pPr>
            <a:r>
              <a:rPr lang="en-US" sz="5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Becomi</a:t>
            </a:r>
            <a:r>
              <a:rPr lang="en-US" sz="532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 a skilled professional cyber security specialist who builds meaningful systems and opportunities, achieving financial independence while creating stability and growth for myself and my family.</a:t>
            </a:r>
          </a:p>
        </p:txBody>
      </p:sp>
      <p:sp>
        <p:nvSpPr>
          <p:cNvPr id="30" name="Freeform 30"/>
          <p:cNvSpPr/>
          <p:nvPr/>
        </p:nvSpPr>
        <p:spPr>
          <a:xfrm flipH="1">
            <a:off x="1753912" y="5601502"/>
            <a:ext cx="1692517" cy="1159430"/>
          </a:xfrm>
          <a:custGeom>
            <a:avLst/>
            <a:gdLst/>
            <a:ahLst/>
            <a:cxnLst/>
            <a:rect l="l" t="t" r="r" b="b"/>
            <a:pathLst>
              <a:path w="1692517" h="1159430">
                <a:moveTo>
                  <a:pt x="1692517" y="0"/>
                </a:moveTo>
                <a:lnTo>
                  <a:pt x="0" y="0"/>
                </a:lnTo>
                <a:lnTo>
                  <a:pt x="0" y="1159430"/>
                </a:lnTo>
                <a:lnTo>
                  <a:pt x="1692517" y="1159430"/>
                </a:lnTo>
                <a:lnTo>
                  <a:pt x="1692517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543436" y="5158189"/>
            <a:ext cx="1940567" cy="793550"/>
            <a:chOff x="0" y="0"/>
            <a:chExt cx="2587423" cy="105806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4693" cy="249016"/>
            </a:xfrm>
            <a:custGeom>
              <a:avLst/>
              <a:gdLst/>
              <a:ahLst/>
              <a:cxnLst/>
              <a:rect l="l" t="t" r="r" b="b"/>
              <a:pathLst>
                <a:path w="244693" h="249016">
                  <a:moveTo>
                    <a:pt x="0" y="0"/>
                  </a:moveTo>
                  <a:lnTo>
                    <a:pt x="244693" y="0"/>
                  </a:lnTo>
                  <a:lnTo>
                    <a:pt x="244693" y="249016"/>
                  </a:lnTo>
                  <a:lnTo>
                    <a:pt x="0" y="24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298054" y="310561"/>
              <a:ext cx="2034215" cy="747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4"/>
                </a:lnSpc>
                <a:spcBef>
                  <a:spcPct val="0"/>
                </a:spcBef>
              </a:pPr>
              <a:r>
                <a:rPr lang="en-US" sz="532" u="none" strike="no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interlocking O and M represent identity, structure, and connection.</a:t>
              </a:r>
            </a:p>
            <a:p>
              <a:pPr marL="0" lvl="0" indent="0" algn="l">
                <a:lnSpc>
                  <a:spcPts val="744"/>
                </a:lnSpc>
                <a:spcBef>
                  <a:spcPct val="0"/>
                </a:spcBef>
              </a:pPr>
              <a:r>
                <a:rPr lang="en-US" sz="532" u="none" strike="noStrike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Their link symbolises discipline, leadership, and the integration of my values, responsibilities, and ambitions as I build my future.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8054" y="14582"/>
              <a:ext cx="2289369" cy="229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83"/>
                </a:lnSpc>
                <a:spcBef>
                  <a:spcPct val="0"/>
                </a:spcBef>
              </a:pPr>
              <a:r>
                <a:rPr lang="en-US" sz="1143" b="1">
                  <a:solidFill>
                    <a:srgbClr val="00B3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Logo Me</a:t>
              </a:r>
              <a:r>
                <a:rPr lang="en-US" sz="1143" b="1" u="none" strike="noStrike">
                  <a:solidFill>
                    <a:srgbClr val="00B3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aning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128201" y="130304"/>
            <a:ext cx="1282322" cy="643040"/>
            <a:chOff x="0" y="0"/>
            <a:chExt cx="1709762" cy="857387"/>
          </a:xfrm>
        </p:grpSpPr>
        <p:sp>
          <p:nvSpPr>
            <p:cNvPr id="36" name="TextBox 36"/>
            <p:cNvSpPr txBox="1"/>
            <p:nvPr/>
          </p:nvSpPr>
          <p:spPr>
            <a:xfrm>
              <a:off x="342323" y="-57150"/>
              <a:ext cx="535619" cy="654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6"/>
                </a:lnSpc>
              </a:pPr>
              <a:r>
                <a:rPr lang="en-US" sz="2940">
                  <a:solidFill>
                    <a:srgbClr val="F5F3EF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5288" y="25100"/>
              <a:ext cx="589443" cy="750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9"/>
                </a:lnSpc>
              </a:pPr>
              <a:r>
                <a:rPr lang="en-US" sz="3235">
                  <a:solidFill>
                    <a:srgbClr val="F5F3EF"/>
                  </a:solidFill>
                  <a:latin typeface="TAN Pearl"/>
                  <a:ea typeface="TAN Pearl"/>
                  <a:cs typeface="TAN Pearl"/>
                  <a:sym typeface="TAN Pearl"/>
                </a:rPr>
                <a:t>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775298"/>
              <a:ext cx="1709762" cy="8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"/>
                </a:lnSpc>
              </a:pPr>
              <a:r>
                <a:rPr lang="en-US" sz="408" spc="248">
                  <a:solidFill>
                    <a:srgbClr val="F5F3E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OREFILE MOKOENA</a:t>
              </a: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239612" y="635272"/>
              <a:ext cx="385929" cy="0"/>
            </a:xfrm>
            <a:prstGeom prst="line">
              <a:avLst/>
            </a:prstGeom>
            <a:ln w="456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1105073" y="633219"/>
              <a:ext cx="385929" cy="0"/>
            </a:xfrm>
            <a:prstGeom prst="line">
              <a:avLst/>
            </a:prstGeom>
            <a:ln w="456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25076" y="6547171"/>
            <a:ext cx="350782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"/>
              </a:lnSpc>
              <a:spcBef>
                <a:spcPct val="0"/>
              </a:spcBef>
            </a:pPr>
            <a:r>
              <a:rPr lang="en-US" sz="1200" b="1" u="sng" dirty="0">
                <a:solidFill>
                  <a:schemeClr val="bg1"/>
                </a:solidFill>
                <a:latin typeface="Pattanakarn Bold"/>
                <a:ea typeface="Pattanakarn Bold"/>
                <a:cs typeface="Pattanakarn Bold"/>
                <a:sym typeface="Pattanakarn Bold"/>
                <a:hlinkClick r:id="rId21" tooltip="https://github.com/Godfrey-stack/CMPG-214_Designing-Yoursel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https://github.com/Godfrey-stack/CMPG-214_Designing-Yourselft</a:t>
            </a:r>
          </a:p>
        </p:txBody>
      </p:sp>
      <p:sp>
        <p:nvSpPr>
          <p:cNvPr id="42" name="AutoShape 42"/>
          <p:cNvSpPr/>
          <p:nvPr/>
        </p:nvSpPr>
        <p:spPr>
          <a:xfrm>
            <a:off x="1196736" y="3625850"/>
            <a:ext cx="11404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Canva Sans</vt:lpstr>
      <vt:lpstr>Arial</vt:lpstr>
      <vt:lpstr>TAN Twinkle</vt:lpstr>
      <vt:lpstr>Pattanakarn Bold</vt:lpstr>
      <vt:lpstr>Montserrat</vt:lpstr>
      <vt:lpstr>Calibri</vt:lpstr>
      <vt:lpstr>TAN Pearl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Orefile Mokoena</dc:title>
  <cp:lastModifiedBy>Orefile</cp:lastModifiedBy>
  <cp:revision>2</cp:revision>
  <dcterms:created xsi:type="dcterms:W3CDTF">2006-08-16T00:00:00Z</dcterms:created>
  <dcterms:modified xsi:type="dcterms:W3CDTF">2026-03-06T11:19:37Z</dcterms:modified>
  <dc:identifier>DAHDKriv2ew</dc:identifier>
</cp:coreProperties>
</file>