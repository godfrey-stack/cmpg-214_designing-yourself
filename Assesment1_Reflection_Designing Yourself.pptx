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6" d="100"/>
          <a:sy n="76" d="100"/>
        </p:scale>
        <p:origin x="26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16017-A790-4EFD-938E-9027B6FD1F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859407-7585-4E4B-9EB5-244F8A8A3B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9AF70E-DD0F-482F-901B-9CDD2CE55D6B}"/>
              </a:ext>
            </a:extLst>
          </p:cNvPr>
          <p:cNvSpPr>
            <a:spLocks noGrp="1"/>
          </p:cNvSpPr>
          <p:nvPr>
            <p:ph type="dt" sz="half" idx="10"/>
          </p:nvPr>
        </p:nvSpPr>
        <p:spPr/>
        <p:txBody>
          <a:bodyPr/>
          <a:lstStyle/>
          <a:p>
            <a:fld id="{5EBD2A78-4F92-42E7-9249-E04B323C1268}" type="datetimeFigureOut">
              <a:rPr lang="en-US" smtClean="0"/>
              <a:t>3/6/2026</a:t>
            </a:fld>
            <a:endParaRPr lang="en-US"/>
          </a:p>
        </p:txBody>
      </p:sp>
      <p:sp>
        <p:nvSpPr>
          <p:cNvPr id="5" name="Footer Placeholder 4">
            <a:extLst>
              <a:ext uri="{FF2B5EF4-FFF2-40B4-BE49-F238E27FC236}">
                <a16:creationId xmlns:a16="http://schemas.microsoft.com/office/drawing/2014/main" id="{48333ADA-D28E-445F-B556-3E1A8117CE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CDAC60-FAAE-4587-B7AF-1EAD7D5DD2F3}"/>
              </a:ext>
            </a:extLst>
          </p:cNvPr>
          <p:cNvSpPr>
            <a:spLocks noGrp="1"/>
          </p:cNvSpPr>
          <p:nvPr>
            <p:ph type="sldNum" sz="quarter" idx="12"/>
          </p:nvPr>
        </p:nvSpPr>
        <p:spPr/>
        <p:txBody>
          <a:bodyPr/>
          <a:lstStyle/>
          <a:p>
            <a:fld id="{23C365F8-CE82-4110-9146-2FAB377B8727}" type="slidenum">
              <a:rPr lang="en-US" smtClean="0"/>
              <a:t>‹#›</a:t>
            </a:fld>
            <a:endParaRPr lang="en-US"/>
          </a:p>
        </p:txBody>
      </p:sp>
    </p:spTree>
    <p:extLst>
      <p:ext uri="{BB962C8B-B14F-4D97-AF65-F5344CB8AC3E}">
        <p14:creationId xmlns:p14="http://schemas.microsoft.com/office/powerpoint/2010/main" val="1272276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D4945-9765-4CC7-B610-DD2754C207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0376F1-31C7-4F5B-81FD-4B56B92083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10B6A0-5C8F-451A-A3DA-0E8C0E47A742}"/>
              </a:ext>
            </a:extLst>
          </p:cNvPr>
          <p:cNvSpPr>
            <a:spLocks noGrp="1"/>
          </p:cNvSpPr>
          <p:nvPr>
            <p:ph type="dt" sz="half" idx="10"/>
          </p:nvPr>
        </p:nvSpPr>
        <p:spPr/>
        <p:txBody>
          <a:bodyPr/>
          <a:lstStyle/>
          <a:p>
            <a:fld id="{5EBD2A78-4F92-42E7-9249-E04B323C1268}" type="datetimeFigureOut">
              <a:rPr lang="en-US" smtClean="0"/>
              <a:t>3/6/2026</a:t>
            </a:fld>
            <a:endParaRPr lang="en-US"/>
          </a:p>
        </p:txBody>
      </p:sp>
      <p:sp>
        <p:nvSpPr>
          <p:cNvPr id="5" name="Footer Placeholder 4">
            <a:extLst>
              <a:ext uri="{FF2B5EF4-FFF2-40B4-BE49-F238E27FC236}">
                <a16:creationId xmlns:a16="http://schemas.microsoft.com/office/drawing/2014/main" id="{502E8178-1DAF-4AD0-B4C1-779A5493B8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3C56BE-3C2A-4061-94FF-D3DA8F233518}"/>
              </a:ext>
            </a:extLst>
          </p:cNvPr>
          <p:cNvSpPr>
            <a:spLocks noGrp="1"/>
          </p:cNvSpPr>
          <p:nvPr>
            <p:ph type="sldNum" sz="quarter" idx="12"/>
          </p:nvPr>
        </p:nvSpPr>
        <p:spPr/>
        <p:txBody>
          <a:bodyPr/>
          <a:lstStyle/>
          <a:p>
            <a:fld id="{23C365F8-CE82-4110-9146-2FAB377B8727}" type="slidenum">
              <a:rPr lang="en-US" smtClean="0"/>
              <a:t>‹#›</a:t>
            </a:fld>
            <a:endParaRPr lang="en-US"/>
          </a:p>
        </p:txBody>
      </p:sp>
    </p:spTree>
    <p:extLst>
      <p:ext uri="{BB962C8B-B14F-4D97-AF65-F5344CB8AC3E}">
        <p14:creationId xmlns:p14="http://schemas.microsoft.com/office/powerpoint/2010/main" val="2991639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872EC-CFD5-406B-A957-F2E683C47B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5A6D61-FAC8-4FFC-AA18-8B1671F57C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A11791-0603-406C-BB33-292C8DF798C2}"/>
              </a:ext>
            </a:extLst>
          </p:cNvPr>
          <p:cNvSpPr>
            <a:spLocks noGrp="1"/>
          </p:cNvSpPr>
          <p:nvPr>
            <p:ph type="dt" sz="half" idx="10"/>
          </p:nvPr>
        </p:nvSpPr>
        <p:spPr/>
        <p:txBody>
          <a:bodyPr/>
          <a:lstStyle/>
          <a:p>
            <a:fld id="{5EBD2A78-4F92-42E7-9249-E04B323C1268}" type="datetimeFigureOut">
              <a:rPr lang="en-US" smtClean="0"/>
              <a:t>3/6/2026</a:t>
            </a:fld>
            <a:endParaRPr lang="en-US"/>
          </a:p>
        </p:txBody>
      </p:sp>
      <p:sp>
        <p:nvSpPr>
          <p:cNvPr id="5" name="Footer Placeholder 4">
            <a:extLst>
              <a:ext uri="{FF2B5EF4-FFF2-40B4-BE49-F238E27FC236}">
                <a16:creationId xmlns:a16="http://schemas.microsoft.com/office/drawing/2014/main" id="{6D337507-2B73-4A26-B2D0-284C2D7CD7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756BFF-4D4F-4739-A818-DEA425E64F3B}"/>
              </a:ext>
            </a:extLst>
          </p:cNvPr>
          <p:cNvSpPr>
            <a:spLocks noGrp="1"/>
          </p:cNvSpPr>
          <p:nvPr>
            <p:ph type="sldNum" sz="quarter" idx="12"/>
          </p:nvPr>
        </p:nvSpPr>
        <p:spPr/>
        <p:txBody>
          <a:bodyPr/>
          <a:lstStyle/>
          <a:p>
            <a:fld id="{23C365F8-CE82-4110-9146-2FAB377B8727}" type="slidenum">
              <a:rPr lang="en-US" smtClean="0"/>
              <a:t>‹#›</a:t>
            </a:fld>
            <a:endParaRPr lang="en-US"/>
          </a:p>
        </p:txBody>
      </p:sp>
    </p:spTree>
    <p:extLst>
      <p:ext uri="{BB962C8B-B14F-4D97-AF65-F5344CB8AC3E}">
        <p14:creationId xmlns:p14="http://schemas.microsoft.com/office/powerpoint/2010/main" val="1481776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533E7-9F05-4470-9042-9F403B8B7E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6DB2FB-B8FD-4A50-8F5D-5E4C40EBCB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7CFF22-96B5-4488-84DF-7368B8107B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A1765D-06D7-4149-BF0F-B13DC7B54B4D}"/>
              </a:ext>
            </a:extLst>
          </p:cNvPr>
          <p:cNvSpPr>
            <a:spLocks noGrp="1"/>
          </p:cNvSpPr>
          <p:nvPr>
            <p:ph type="dt" sz="half" idx="10"/>
          </p:nvPr>
        </p:nvSpPr>
        <p:spPr/>
        <p:txBody>
          <a:bodyPr/>
          <a:lstStyle/>
          <a:p>
            <a:fld id="{5EBD2A78-4F92-42E7-9249-E04B323C1268}" type="datetimeFigureOut">
              <a:rPr lang="en-US" smtClean="0"/>
              <a:t>3/6/2026</a:t>
            </a:fld>
            <a:endParaRPr lang="en-US"/>
          </a:p>
        </p:txBody>
      </p:sp>
      <p:sp>
        <p:nvSpPr>
          <p:cNvPr id="6" name="Footer Placeholder 5">
            <a:extLst>
              <a:ext uri="{FF2B5EF4-FFF2-40B4-BE49-F238E27FC236}">
                <a16:creationId xmlns:a16="http://schemas.microsoft.com/office/drawing/2014/main" id="{A5CF248F-98C1-4861-A03E-43F0BABF98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5CE0B5-66BB-44CD-9AFD-59D49A6A2783}"/>
              </a:ext>
            </a:extLst>
          </p:cNvPr>
          <p:cNvSpPr>
            <a:spLocks noGrp="1"/>
          </p:cNvSpPr>
          <p:nvPr>
            <p:ph type="sldNum" sz="quarter" idx="12"/>
          </p:nvPr>
        </p:nvSpPr>
        <p:spPr/>
        <p:txBody>
          <a:bodyPr/>
          <a:lstStyle/>
          <a:p>
            <a:fld id="{23C365F8-CE82-4110-9146-2FAB377B8727}" type="slidenum">
              <a:rPr lang="en-US" smtClean="0"/>
              <a:t>‹#›</a:t>
            </a:fld>
            <a:endParaRPr lang="en-US"/>
          </a:p>
        </p:txBody>
      </p:sp>
    </p:spTree>
    <p:extLst>
      <p:ext uri="{BB962C8B-B14F-4D97-AF65-F5344CB8AC3E}">
        <p14:creationId xmlns:p14="http://schemas.microsoft.com/office/powerpoint/2010/main" val="2718739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7EFCD-7A7C-42CA-BD0A-BDFC73C8CC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C92276A-0888-4180-B4DF-4A01DB6CAB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2E52DB-730E-47C2-BA88-4357DFED0C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0F2E8C-1070-459F-9DCB-9A0113FA6D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E23A2C-4A99-452B-BEFF-79BBFC0F05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F485AF-BCAA-4C8F-B2AA-9B95096ABD84}"/>
              </a:ext>
            </a:extLst>
          </p:cNvPr>
          <p:cNvSpPr>
            <a:spLocks noGrp="1"/>
          </p:cNvSpPr>
          <p:nvPr>
            <p:ph type="dt" sz="half" idx="10"/>
          </p:nvPr>
        </p:nvSpPr>
        <p:spPr/>
        <p:txBody>
          <a:bodyPr/>
          <a:lstStyle/>
          <a:p>
            <a:fld id="{5EBD2A78-4F92-42E7-9249-E04B323C1268}" type="datetimeFigureOut">
              <a:rPr lang="en-US" smtClean="0"/>
              <a:t>3/6/2026</a:t>
            </a:fld>
            <a:endParaRPr lang="en-US"/>
          </a:p>
        </p:txBody>
      </p:sp>
      <p:sp>
        <p:nvSpPr>
          <p:cNvPr id="8" name="Footer Placeholder 7">
            <a:extLst>
              <a:ext uri="{FF2B5EF4-FFF2-40B4-BE49-F238E27FC236}">
                <a16:creationId xmlns:a16="http://schemas.microsoft.com/office/drawing/2014/main" id="{64C9E03B-B962-48CD-95B6-26CC233CD5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16E6C5B-8E80-4111-AAF5-5795161E6B9F}"/>
              </a:ext>
            </a:extLst>
          </p:cNvPr>
          <p:cNvSpPr>
            <a:spLocks noGrp="1"/>
          </p:cNvSpPr>
          <p:nvPr>
            <p:ph type="sldNum" sz="quarter" idx="12"/>
          </p:nvPr>
        </p:nvSpPr>
        <p:spPr/>
        <p:txBody>
          <a:bodyPr/>
          <a:lstStyle/>
          <a:p>
            <a:fld id="{23C365F8-CE82-4110-9146-2FAB377B8727}" type="slidenum">
              <a:rPr lang="en-US" smtClean="0"/>
              <a:t>‹#›</a:t>
            </a:fld>
            <a:endParaRPr lang="en-US"/>
          </a:p>
        </p:txBody>
      </p:sp>
    </p:spTree>
    <p:extLst>
      <p:ext uri="{BB962C8B-B14F-4D97-AF65-F5344CB8AC3E}">
        <p14:creationId xmlns:p14="http://schemas.microsoft.com/office/powerpoint/2010/main" val="2317849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E3806-410D-454C-A919-662E3A727A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242C1A-0931-4A59-A702-F75B59795BFC}"/>
              </a:ext>
            </a:extLst>
          </p:cNvPr>
          <p:cNvSpPr>
            <a:spLocks noGrp="1"/>
          </p:cNvSpPr>
          <p:nvPr>
            <p:ph type="dt" sz="half" idx="10"/>
          </p:nvPr>
        </p:nvSpPr>
        <p:spPr/>
        <p:txBody>
          <a:bodyPr/>
          <a:lstStyle/>
          <a:p>
            <a:fld id="{5EBD2A78-4F92-42E7-9249-E04B323C1268}" type="datetimeFigureOut">
              <a:rPr lang="en-US" smtClean="0"/>
              <a:t>3/6/2026</a:t>
            </a:fld>
            <a:endParaRPr lang="en-US"/>
          </a:p>
        </p:txBody>
      </p:sp>
      <p:sp>
        <p:nvSpPr>
          <p:cNvPr id="4" name="Footer Placeholder 3">
            <a:extLst>
              <a:ext uri="{FF2B5EF4-FFF2-40B4-BE49-F238E27FC236}">
                <a16:creationId xmlns:a16="http://schemas.microsoft.com/office/drawing/2014/main" id="{148B22B7-469F-432E-9C2A-90301749AC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1CC9AC-87E9-4E4A-987B-201A5822F737}"/>
              </a:ext>
            </a:extLst>
          </p:cNvPr>
          <p:cNvSpPr>
            <a:spLocks noGrp="1"/>
          </p:cNvSpPr>
          <p:nvPr>
            <p:ph type="sldNum" sz="quarter" idx="12"/>
          </p:nvPr>
        </p:nvSpPr>
        <p:spPr/>
        <p:txBody>
          <a:bodyPr/>
          <a:lstStyle/>
          <a:p>
            <a:fld id="{23C365F8-CE82-4110-9146-2FAB377B8727}" type="slidenum">
              <a:rPr lang="en-US" smtClean="0"/>
              <a:t>‹#›</a:t>
            </a:fld>
            <a:endParaRPr lang="en-US"/>
          </a:p>
        </p:txBody>
      </p:sp>
    </p:spTree>
    <p:extLst>
      <p:ext uri="{BB962C8B-B14F-4D97-AF65-F5344CB8AC3E}">
        <p14:creationId xmlns:p14="http://schemas.microsoft.com/office/powerpoint/2010/main" val="4214879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CAD588-661C-4A58-945F-D34F29B6FF98}"/>
              </a:ext>
            </a:extLst>
          </p:cNvPr>
          <p:cNvSpPr>
            <a:spLocks noGrp="1"/>
          </p:cNvSpPr>
          <p:nvPr>
            <p:ph type="dt" sz="half" idx="10"/>
          </p:nvPr>
        </p:nvSpPr>
        <p:spPr/>
        <p:txBody>
          <a:bodyPr/>
          <a:lstStyle/>
          <a:p>
            <a:fld id="{5EBD2A78-4F92-42E7-9249-E04B323C1268}" type="datetimeFigureOut">
              <a:rPr lang="en-US" smtClean="0"/>
              <a:t>3/6/2026</a:t>
            </a:fld>
            <a:endParaRPr lang="en-US"/>
          </a:p>
        </p:txBody>
      </p:sp>
      <p:sp>
        <p:nvSpPr>
          <p:cNvPr id="3" name="Footer Placeholder 2">
            <a:extLst>
              <a:ext uri="{FF2B5EF4-FFF2-40B4-BE49-F238E27FC236}">
                <a16:creationId xmlns:a16="http://schemas.microsoft.com/office/drawing/2014/main" id="{4692EA28-8311-41E7-B63F-4D00D88DB7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3095D1-107C-45F2-9876-EC6DF489D9F1}"/>
              </a:ext>
            </a:extLst>
          </p:cNvPr>
          <p:cNvSpPr>
            <a:spLocks noGrp="1"/>
          </p:cNvSpPr>
          <p:nvPr>
            <p:ph type="sldNum" sz="quarter" idx="12"/>
          </p:nvPr>
        </p:nvSpPr>
        <p:spPr/>
        <p:txBody>
          <a:bodyPr/>
          <a:lstStyle/>
          <a:p>
            <a:fld id="{23C365F8-CE82-4110-9146-2FAB377B8727}" type="slidenum">
              <a:rPr lang="en-US" smtClean="0"/>
              <a:t>‹#›</a:t>
            </a:fld>
            <a:endParaRPr lang="en-US"/>
          </a:p>
        </p:txBody>
      </p:sp>
    </p:spTree>
    <p:extLst>
      <p:ext uri="{BB962C8B-B14F-4D97-AF65-F5344CB8AC3E}">
        <p14:creationId xmlns:p14="http://schemas.microsoft.com/office/powerpoint/2010/main" val="4053393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2341E-C28A-409A-9794-D331444A07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7C200E3-6BAE-4F96-8A96-9B695E67C1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BFEE4D-FCDF-4697-A459-5CCE9FCCD4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ABE2FB-42BB-44B8-AB6A-7BE96933A719}"/>
              </a:ext>
            </a:extLst>
          </p:cNvPr>
          <p:cNvSpPr>
            <a:spLocks noGrp="1"/>
          </p:cNvSpPr>
          <p:nvPr>
            <p:ph type="dt" sz="half" idx="10"/>
          </p:nvPr>
        </p:nvSpPr>
        <p:spPr/>
        <p:txBody>
          <a:bodyPr/>
          <a:lstStyle/>
          <a:p>
            <a:fld id="{5EBD2A78-4F92-42E7-9249-E04B323C1268}" type="datetimeFigureOut">
              <a:rPr lang="en-US" smtClean="0"/>
              <a:t>3/6/2026</a:t>
            </a:fld>
            <a:endParaRPr lang="en-US"/>
          </a:p>
        </p:txBody>
      </p:sp>
      <p:sp>
        <p:nvSpPr>
          <p:cNvPr id="6" name="Footer Placeholder 5">
            <a:extLst>
              <a:ext uri="{FF2B5EF4-FFF2-40B4-BE49-F238E27FC236}">
                <a16:creationId xmlns:a16="http://schemas.microsoft.com/office/drawing/2014/main" id="{E277C802-689F-4924-A513-DEB9FE3753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15CB10-425D-4A70-9A9B-8B25F400C388}"/>
              </a:ext>
            </a:extLst>
          </p:cNvPr>
          <p:cNvSpPr>
            <a:spLocks noGrp="1"/>
          </p:cNvSpPr>
          <p:nvPr>
            <p:ph type="sldNum" sz="quarter" idx="12"/>
          </p:nvPr>
        </p:nvSpPr>
        <p:spPr/>
        <p:txBody>
          <a:bodyPr/>
          <a:lstStyle/>
          <a:p>
            <a:fld id="{23C365F8-CE82-4110-9146-2FAB377B8727}" type="slidenum">
              <a:rPr lang="en-US" smtClean="0"/>
              <a:t>‹#›</a:t>
            </a:fld>
            <a:endParaRPr lang="en-US"/>
          </a:p>
        </p:txBody>
      </p:sp>
    </p:spTree>
    <p:extLst>
      <p:ext uri="{BB962C8B-B14F-4D97-AF65-F5344CB8AC3E}">
        <p14:creationId xmlns:p14="http://schemas.microsoft.com/office/powerpoint/2010/main" val="23934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403ED-2421-4B97-BF3E-7A0D2A99B0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79EA62-E8BD-446E-AA40-5EEDC458FD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786E9B-2D18-4A51-BA08-AC00D5A100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BF3575-A006-467F-9B0A-400EC48315D2}"/>
              </a:ext>
            </a:extLst>
          </p:cNvPr>
          <p:cNvSpPr>
            <a:spLocks noGrp="1"/>
          </p:cNvSpPr>
          <p:nvPr>
            <p:ph type="dt" sz="half" idx="10"/>
          </p:nvPr>
        </p:nvSpPr>
        <p:spPr/>
        <p:txBody>
          <a:bodyPr/>
          <a:lstStyle/>
          <a:p>
            <a:fld id="{5EBD2A78-4F92-42E7-9249-E04B323C1268}" type="datetimeFigureOut">
              <a:rPr lang="en-US" smtClean="0"/>
              <a:t>3/6/2026</a:t>
            </a:fld>
            <a:endParaRPr lang="en-US"/>
          </a:p>
        </p:txBody>
      </p:sp>
      <p:sp>
        <p:nvSpPr>
          <p:cNvPr id="6" name="Footer Placeholder 5">
            <a:extLst>
              <a:ext uri="{FF2B5EF4-FFF2-40B4-BE49-F238E27FC236}">
                <a16:creationId xmlns:a16="http://schemas.microsoft.com/office/drawing/2014/main" id="{493C8CFB-D0AE-4C13-87BA-DD88A8468A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BB1F60-F821-430E-929B-451ED2F64E13}"/>
              </a:ext>
            </a:extLst>
          </p:cNvPr>
          <p:cNvSpPr>
            <a:spLocks noGrp="1"/>
          </p:cNvSpPr>
          <p:nvPr>
            <p:ph type="sldNum" sz="quarter" idx="12"/>
          </p:nvPr>
        </p:nvSpPr>
        <p:spPr/>
        <p:txBody>
          <a:bodyPr/>
          <a:lstStyle/>
          <a:p>
            <a:fld id="{23C365F8-CE82-4110-9146-2FAB377B8727}" type="slidenum">
              <a:rPr lang="en-US" smtClean="0"/>
              <a:t>‹#›</a:t>
            </a:fld>
            <a:endParaRPr lang="en-US"/>
          </a:p>
        </p:txBody>
      </p:sp>
    </p:spTree>
    <p:extLst>
      <p:ext uri="{BB962C8B-B14F-4D97-AF65-F5344CB8AC3E}">
        <p14:creationId xmlns:p14="http://schemas.microsoft.com/office/powerpoint/2010/main" val="3946785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56E22-1B32-4DAD-821F-AAB8E94D75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6AC138-9615-422A-AAB1-E4C410EC2A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E46266-5D77-4FDC-9C73-8F64A41ECDC7}"/>
              </a:ext>
            </a:extLst>
          </p:cNvPr>
          <p:cNvSpPr>
            <a:spLocks noGrp="1"/>
          </p:cNvSpPr>
          <p:nvPr>
            <p:ph type="dt" sz="half" idx="10"/>
          </p:nvPr>
        </p:nvSpPr>
        <p:spPr/>
        <p:txBody>
          <a:bodyPr/>
          <a:lstStyle/>
          <a:p>
            <a:fld id="{5EBD2A78-4F92-42E7-9249-E04B323C1268}" type="datetimeFigureOut">
              <a:rPr lang="en-US" smtClean="0"/>
              <a:t>3/6/2026</a:t>
            </a:fld>
            <a:endParaRPr lang="en-US"/>
          </a:p>
        </p:txBody>
      </p:sp>
      <p:sp>
        <p:nvSpPr>
          <p:cNvPr id="5" name="Footer Placeholder 4">
            <a:extLst>
              <a:ext uri="{FF2B5EF4-FFF2-40B4-BE49-F238E27FC236}">
                <a16:creationId xmlns:a16="http://schemas.microsoft.com/office/drawing/2014/main" id="{D13755CE-412D-43BA-AEAE-685B54F598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9DE231-219F-4937-A1E3-F1FB450F8EA3}"/>
              </a:ext>
            </a:extLst>
          </p:cNvPr>
          <p:cNvSpPr>
            <a:spLocks noGrp="1"/>
          </p:cNvSpPr>
          <p:nvPr>
            <p:ph type="sldNum" sz="quarter" idx="12"/>
          </p:nvPr>
        </p:nvSpPr>
        <p:spPr/>
        <p:txBody>
          <a:bodyPr/>
          <a:lstStyle/>
          <a:p>
            <a:fld id="{23C365F8-CE82-4110-9146-2FAB377B8727}" type="slidenum">
              <a:rPr lang="en-US" smtClean="0"/>
              <a:t>‹#›</a:t>
            </a:fld>
            <a:endParaRPr lang="en-US"/>
          </a:p>
        </p:txBody>
      </p:sp>
    </p:spTree>
    <p:extLst>
      <p:ext uri="{BB962C8B-B14F-4D97-AF65-F5344CB8AC3E}">
        <p14:creationId xmlns:p14="http://schemas.microsoft.com/office/powerpoint/2010/main" val="1109797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810EA4-D950-48A3-9CF1-205E464D80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AD7CC3-B8C5-489F-A115-27C43AC448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CF931C-D420-4BAE-9083-97B159E8C996}"/>
              </a:ext>
            </a:extLst>
          </p:cNvPr>
          <p:cNvSpPr>
            <a:spLocks noGrp="1"/>
          </p:cNvSpPr>
          <p:nvPr>
            <p:ph type="dt" sz="half" idx="10"/>
          </p:nvPr>
        </p:nvSpPr>
        <p:spPr/>
        <p:txBody>
          <a:bodyPr/>
          <a:lstStyle/>
          <a:p>
            <a:fld id="{5EBD2A78-4F92-42E7-9249-E04B323C1268}" type="datetimeFigureOut">
              <a:rPr lang="en-US" smtClean="0"/>
              <a:t>3/6/2026</a:t>
            </a:fld>
            <a:endParaRPr lang="en-US"/>
          </a:p>
        </p:txBody>
      </p:sp>
      <p:sp>
        <p:nvSpPr>
          <p:cNvPr id="5" name="Footer Placeholder 4">
            <a:extLst>
              <a:ext uri="{FF2B5EF4-FFF2-40B4-BE49-F238E27FC236}">
                <a16:creationId xmlns:a16="http://schemas.microsoft.com/office/drawing/2014/main" id="{FA11D209-3A5C-4EE4-A603-4D677F8F9A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50C29A-A08A-47EA-8343-A0FF78813A5D}"/>
              </a:ext>
            </a:extLst>
          </p:cNvPr>
          <p:cNvSpPr>
            <a:spLocks noGrp="1"/>
          </p:cNvSpPr>
          <p:nvPr>
            <p:ph type="sldNum" sz="quarter" idx="12"/>
          </p:nvPr>
        </p:nvSpPr>
        <p:spPr/>
        <p:txBody>
          <a:bodyPr/>
          <a:lstStyle/>
          <a:p>
            <a:fld id="{23C365F8-CE82-4110-9146-2FAB377B8727}" type="slidenum">
              <a:rPr lang="en-US" smtClean="0"/>
              <a:t>‹#›</a:t>
            </a:fld>
            <a:endParaRPr lang="en-US"/>
          </a:p>
        </p:txBody>
      </p:sp>
    </p:spTree>
    <p:extLst>
      <p:ext uri="{BB962C8B-B14F-4D97-AF65-F5344CB8AC3E}">
        <p14:creationId xmlns:p14="http://schemas.microsoft.com/office/powerpoint/2010/main" val="359166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3D8BC2-FC88-4790-B633-FC8A6AD6FC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38E2B6-69DE-49AF-B52D-2376F7AEE8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C101AA-8D9E-455B-82DA-F82162BA4F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BD2A78-4F92-42E7-9249-E04B323C1268}" type="datetimeFigureOut">
              <a:rPr lang="en-US" smtClean="0"/>
              <a:t>3/6/2026</a:t>
            </a:fld>
            <a:endParaRPr lang="en-US"/>
          </a:p>
        </p:txBody>
      </p:sp>
      <p:sp>
        <p:nvSpPr>
          <p:cNvPr id="5" name="Footer Placeholder 4">
            <a:extLst>
              <a:ext uri="{FF2B5EF4-FFF2-40B4-BE49-F238E27FC236}">
                <a16:creationId xmlns:a16="http://schemas.microsoft.com/office/drawing/2014/main" id="{85853DC3-E8CB-4D5D-A69E-46DC4209EB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0C449B5-214F-462E-B8C9-92DB71983D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C365F8-CE82-4110-9146-2FAB377B8727}" type="slidenum">
              <a:rPr lang="en-US" smtClean="0"/>
              <a:t>‹#›</a:t>
            </a:fld>
            <a:endParaRPr lang="en-US"/>
          </a:p>
        </p:txBody>
      </p:sp>
    </p:spTree>
    <p:extLst>
      <p:ext uri="{BB962C8B-B14F-4D97-AF65-F5344CB8AC3E}">
        <p14:creationId xmlns:p14="http://schemas.microsoft.com/office/powerpoint/2010/main" val="12719306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CB6C5-4122-4DA7-9D2A-BE68AC60A1E1}"/>
              </a:ext>
            </a:extLst>
          </p:cNvPr>
          <p:cNvSpPr>
            <a:spLocks noGrp="1"/>
          </p:cNvSpPr>
          <p:nvPr>
            <p:ph type="title"/>
          </p:nvPr>
        </p:nvSpPr>
        <p:spPr/>
        <p:txBody>
          <a:bodyPr/>
          <a:lstStyle/>
          <a:p>
            <a:r>
              <a:rPr lang="en-GB" dirty="0"/>
              <a:t>Reflection</a:t>
            </a:r>
            <a:endParaRPr lang="en-US" dirty="0"/>
          </a:p>
        </p:txBody>
      </p:sp>
      <p:sp>
        <p:nvSpPr>
          <p:cNvPr id="4" name="Rectangle 1">
            <a:extLst>
              <a:ext uri="{FF2B5EF4-FFF2-40B4-BE49-F238E27FC236}">
                <a16:creationId xmlns:a16="http://schemas.microsoft.com/office/drawing/2014/main" id="{72B24667-AA41-4F33-B019-1CF9EF46634B}"/>
              </a:ext>
            </a:extLst>
          </p:cNvPr>
          <p:cNvSpPr>
            <a:spLocks noGrp="1" noChangeArrowheads="1"/>
          </p:cNvSpPr>
          <p:nvPr>
            <p:ph idx="1"/>
          </p:nvPr>
        </p:nvSpPr>
        <p:spPr bwMode="auto">
          <a:xfrm>
            <a:off x="838201" y="2847132"/>
            <a:ext cx="1024365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hardest decision was simplifying my identity into a single visual symbol and deciding what information truly represents me. I initially wanted to include many ideas, but I </a:t>
            </a:r>
            <a:r>
              <a:rPr kumimoji="0" lang="en-US" altLang="en-US" sz="1800" b="0" i="0" u="none" strike="noStrike" cap="none" normalizeH="0" baseline="0" dirty="0" err="1">
                <a:ln>
                  <a:noFill/>
                </a:ln>
                <a:solidFill>
                  <a:schemeClr val="tx1"/>
                </a:solidFill>
                <a:effectLst/>
                <a:latin typeface="Arial" panose="020B0604020202020204" pitchFamily="34" charset="0"/>
              </a:rPr>
              <a:t>realised</a:t>
            </a:r>
            <a:r>
              <a:rPr kumimoji="0" lang="en-US" altLang="en-US" sz="1800" b="0" i="0" u="none" strike="noStrike" cap="none" normalizeH="0" baseline="0" dirty="0">
                <a:ln>
                  <a:noFill/>
                </a:ln>
                <a:solidFill>
                  <a:schemeClr val="tx1"/>
                </a:solidFill>
                <a:effectLst/>
                <a:latin typeface="Arial" panose="020B0604020202020204" pitchFamily="34" charset="0"/>
              </a:rPr>
              <a:t> the design needed clarity and restraint. I removed extra text, </a:t>
            </a:r>
            <a:r>
              <a:rPr kumimoji="0" lang="en-US" altLang="en-US" sz="1800" b="0" i="0" u="none" strike="noStrike" cap="none" normalizeH="0" baseline="0" dirty="0" err="1">
                <a:ln>
                  <a:noFill/>
                </a:ln>
                <a:solidFill>
                  <a:schemeClr val="tx1"/>
                </a:solidFill>
                <a:effectLst/>
                <a:latin typeface="Arial" panose="020B0604020202020204" pitchFamily="34" charset="0"/>
              </a:rPr>
              <a:t>colours</a:t>
            </a:r>
            <a:r>
              <a:rPr kumimoji="0" lang="en-US" altLang="en-US" sz="1800" b="0" i="0" u="none" strike="noStrike" cap="none" normalizeH="0" baseline="0" dirty="0">
                <a:ln>
                  <a:noFill/>
                </a:ln>
                <a:solidFill>
                  <a:schemeClr val="tx1"/>
                </a:solidFill>
                <a:effectLst/>
                <a:latin typeface="Arial" panose="020B0604020202020204" pitchFamily="34" charset="0"/>
              </a:rPr>
              <a:t>, and decorative elements so that the focus remains on the only black and white interlocking OM logomark.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design reflects important aspects of who I am, a hardworking individual who values family, leadership, responsibility, and continuous growth. Overall, the infographic represents discipline, connection, and the idea that different parts of my life work together in shaping my future.</a:t>
            </a:r>
          </a:p>
        </p:txBody>
      </p:sp>
    </p:spTree>
    <p:extLst>
      <p:ext uri="{BB962C8B-B14F-4D97-AF65-F5344CB8AC3E}">
        <p14:creationId xmlns:p14="http://schemas.microsoft.com/office/powerpoint/2010/main" val="27359536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114</Words>
  <Application>Microsoft Office PowerPoint</Application>
  <PresentationFormat>Widescreen</PresentationFormat>
  <Paragraphs>4</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Reflection</dc:title>
  <dc:creator>Orefile</dc:creator>
  <cp:lastModifiedBy>Orefile</cp:lastModifiedBy>
  <cp:revision>1</cp:revision>
  <dcterms:created xsi:type="dcterms:W3CDTF">2026-03-06T11:29:36Z</dcterms:created>
  <dcterms:modified xsi:type="dcterms:W3CDTF">2026-03-06T11:30:52Z</dcterms:modified>
</cp:coreProperties>
</file>